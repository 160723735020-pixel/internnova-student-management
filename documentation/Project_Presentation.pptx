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1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5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STUDENT MANAGEMENT</a:t>
            </a:r>
            <a:br/>
            <a: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5468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6D8E6"/>
                </a:solidFill>
              </a:defRPr>
            </a:pPr>
            <a:r>
              <a:t>A Python console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892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8CAC9"/>
                </a:solidFill>
              </a:defRPr>
            </a:pPr>
            <a:r>
              <a:t>InternNova • Week 6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692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github.com/160723735020-pixel/InternNova-Student-Management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153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58F9C"/>
                </a:solidFill>
              </a:defRPr>
            </a:pPr>
            <a:r>
              <a:t>01 • PURPOSE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3657A"/>
                </a:solidFill>
              </a:defRPr>
            </a:pPr>
            <a:r>
              <a:t>InternNova Week 6  •  Student Management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74720" cy="1828800"/>
          </a:xfrm>
          <a:prstGeom prst="roundRect">
            <a:avLst/>
          </a:prstGeom>
          <a:solidFill>
            <a:srgbClr val="EBF2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73152" cy="1828800"/>
          </a:xfrm>
          <a:prstGeom prst="rect">
            <a:avLst/>
          </a:prstGeom>
          <a:solidFill>
            <a:srgbClr val="236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190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153"/>
                </a:solidFill>
              </a:defRPr>
            </a:pPr>
            <a: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128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t>Student details need a consistent, easy-to-update record system.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474720" cy="1828800"/>
          </a:xfrm>
          <a:prstGeom prst="roundRect">
            <a:avLst/>
          </a:prstGeom>
          <a:solidFill>
            <a:srgbClr val="EBF2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73152" cy="1828800"/>
          </a:xfrm>
          <a:prstGeom prst="rect">
            <a:avLst/>
          </a:prstGeom>
          <a:solidFill>
            <a:srgbClr val="35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7190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153"/>
                </a:solidFill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2128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t>A menu-driven Python application with JSON-based persistence.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474720" cy="1828800"/>
          </a:xfrm>
          <a:prstGeom prst="roundRect">
            <a:avLst/>
          </a:prstGeom>
          <a:solidFill>
            <a:srgbClr val="EBF2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73152" cy="182880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190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153"/>
                </a:solidFill>
              </a:defRPr>
            </a:pPr>
            <a: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1284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t>A deliberately small console project focused on core Python skills.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77639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No external packages required for core functionality</a:t>
            </a:r>
          </a:p>
          <a:p>
            <a:pPr>
              <a:spcAft>
                <a:spcPts val="14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Local JSON storage keeps the setup simple</a:t>
            </a:r>
          </a:p>
          <a:p>
            <a:pPr>
              <a:spcAft>
                <a:spcPts val="14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Student records are managed through a numbered menu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153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58F9C"/>
                </a:solidFill>
              </a:defRPr>
            </a:pPr>
            <a:r>
              <a:t>02 • GOALS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3657A"/>
                </a:solidFill>
              </a:defRPr>
            </a:pPr>
            <a:r>
              <a:t>InternNova Week 6  •  Student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D3A"/>
                </a:solidFill>
                <a:latin typeface="Aptos"/>
              </a:defRPr>
            </a:pPr>
            <a:r>
              <a:t>Create, view, search, update, and delete student records</a:t>
            </a:r>
          </a:p>
          <a:p>
            <a:pPr>
              <a:spcAft>
                <a:spcPts val="1400"/>
              </a:spcAft>
              <a:defRPr sz="2100">
                <a:solidFill>
                  <a:srgbClr val="232D3A"/>
                </a:solidFill>
                <a:latin typeface="Aptos"/>
              </a:defRPr>
            </a:pPr>
            <a:r>
              <a:t>Represent student details using a Python class</a:t>
            </a:r>
          </a:p>
          <a:p>
            <a:pPr>
              <a:spcAft>
                <a:spcPts val="1400"/>
              </a:spcAft>
              <a:defRPr sz="2100">
                <a:solidFill>
                  <a:srgbClr val="232D3A"/>
                </a:solidFill>
                <a:latin typeface="Aptos"/>
              </a:defRPr>
            </a:pPr>
            <a:r>
              <a:t>Calculate a letter grade from marks</a:t>
            </a:r>
          </a:p>
          <a:p>
            <a:pPr>
              <a:spcAft>
                <a:spcPts val="1400"/>
              </a:spcAft>
              <a:defRPr sz="2100">
                <a:solidFill>
                  <a:srgbClr val="232D3A"/>
                </a:solidFill>
                <a:latin typeface="Aptos"/>
              </a:defRPr>
            </a:pPr>
            <a:r>
              <a:t>Save and reload records using JSON</a:t>
            </a:r>
          </a:p>
          <a:p>
            <a:pPr>
              <a:spcAft>
                <a:spcPts val="1400"/>
              </a:spcAft>
              <a:defRPr sz="2100">
                <a:solidFill>
                  <a:srgbClr val="232D3A"/>
                </a:solidFill>
                <a:latin typeface="Aptos"/>
              </a:defRPr>
            </a:pPr>
            <a:r>
              <a:t>Validate user input and handle common errors</a:t>
            </a:r>
          </a:p>
          <a:p>
            <a:pPr>
              <a:spcAft>
                <a:spcPts val="1400"/>
              </a:spcAft>
              <a:defRPr sz="2100">
                <a:solidFill>
                  <a:srgbClr val="232D3A"/>
                </a:solidFill>
                <a:latin typeface="Aptos"/>
              </a:defRPr>
            </a:pPr>
            <a:r>
              <a:t>Use Git and GitHub to track and publish the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153"/>
                </a:solidFill>
                <a:latin typeface="Aptos Display"/>
              </a:defRPr>
            </a:pPr>
            <a:r>
              <a:t>Application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58F9C"/>
                </a:solidFill>
              </a:defRPr>
            </a:pPr>
            <a:r>
              <a:t>03 •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3657A"/>
                </a:solidFill>
              </a:defRPr>
            </a:pPr>
            <a:r>
              <a:t>InternNova Week 6  •  Student Management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108960" cy="2011680"/>
          </a:xfrm>
          <a:prstGeom prst="roundRect">
            <a:avLst/>
          </a:prstGeom>
          <a:solidFill>
            <a:srgbClr val="EBF2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73152" cy="2011680"/>
          </a:xfrm>
          <a:prstGeom prst="rect">
            <a:avLst/>
          </a:prstGeom>
          <a:solidFill>
            <a:srgbClr val="236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153"/>
                </a:solidFill>
              </a:defRPr>
            </a:pPr>
            <a:r>
              <a:t>main.py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87168"/>
            <a:ext cx="2743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t>Menu, prompts, validation, and application 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108960" cy="2011680"/>
          </a:xfrm>
          <a:prstGeom prst="roundRect">
            <a:avLst/>
          </a:prstGeom>
          <a:solidFill>
            <a:srgbClr val="EBF2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828800"/>
            <a:ext cx="73152" cy="2011680"/>
          </a:xfrm>
          <a:prstGeom prst="rect">
            <a:avLst/>
          </a:prstGeom>
          <a:solidFill>
            <a:srgbClr val="35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199339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153"/>
                </a:solidFill>
              </a:defRPr>
            </a:pPr>
            <a:r>
              <a:t>student.py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487168"/>
            <a:ext cx="2743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t>Student model, properties, grade logic, serialization.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828800"/>
            <a:ext cx="3108960" cy="2011680"/>
          </a:xfrm>
          <a:prstGeom prst="roundRect">
            <a:avLst/>
          </a:prstGeom>
          <a:solidFill>
            <a:srgbClr val="EBF2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828800"/>
            <a:ext cx="73152" cy="201168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199339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153"/>
                </a:solidFill>
              </a:defRPr>
            </a:pPr>
            <a:r>
              <a:t>student_manager.py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487168"/>
            <a:ext cx="2743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t>CRUD operations and JSON load/save.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24871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6A8D"/>
                </a:solidFill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4871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6A8D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8960" y="4572000"/>
            <a:ext cx="5943600" cy="1005840"/>
          </a:xfrm>
          <a:prstGeom prst="roundRect">
            <a:avLst/>
          </a:prstGeom>
          <a:solidFill>
            <a:srgbClr val="EBF2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08960" y="4572000"/>
            <a:ext cx="73152" cy="1005840"/>
          </a:xfrm>
          <a:prstGeom prst="rect">
            <a:avLst/>
          </a:prstGeom>
          <a:solidFill>
            <a:srgbClr val="236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0128" y="4736592"/>
            <a:ext cx="5577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153"/>
                </a:solidFill>
              </a:defRPr>
            </a:pPr>
            <a:r>
              <a:t>data/students.json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5230368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t>Persistent local data file; starts empty in the final repository.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153"/>
                </a:solidFill>
                <a:latin typeface="Aptos Display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58F9C"/>
                </a:solidFill>
              </a:defRPr>
            </a:pPr>
            <a:r>
              <a:t>04 • FUNCTIONALITY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3657A"/>
                </a:solidFill>
              </a:defRPr>
            </a:pPr>
            <a:r>
              <a:t>InternNova Week 6  •  Student Management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74720" cy="1508760"/>
          </a:xfrm>
          <a:prstGeom prst="roundRect">
            <a:avLst/>
          </a:prstGeom>
          <a:solidFill>
            <a:srgbClr val="EBF2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73152" cy="1508760"/>
          </a:xfrm>
          <a:prstGeom prst="rect">
            <a:avLst/>
          </a:prstGeom>
          <a:solidFill>
            <a:srgbClr val="236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73351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153"/>
                </a:solidFill>
              </a:defRPr>
            </a:pPr>
            <a:r>
              <a:t>Add /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67128"/>
            <a:ext cx="31089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t>Create records and display all saved students.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474720" cy="1508760"/>
          </a:xfrm>
          <a:prstGeom prst="roundRect">
            <a:avLst/>
          </a:prstGeom>
          <a:solidFill>
            <a:srgbClr val="EBF2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08760"/>
            <a:ext cx="73152" cy="1508760"/>
          </a:xfrm>
          <a:prstGeom prst="rect">
            <a:avLst/>
          </a:prstGeom>
          <a:solidFill>
            <a:srgbClr val="35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673351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153"/>
                </a:solidFill>
              </a:defRPr>
            </a:pPr>
            <a:r>
              <a:t>Search / 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167128"/>
            <a:ext cx="31089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t>Find by student ID and edit existing details.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08760"/>
            <a:ext cx="3474720" cy="1508760"/>
          </a:xfrm>
          <a:prstGeom prst="roundRect">
            <a:avLst/>
          </a:prstGeom>
          <a:solidFill>
            <a:srgbClr val="EBF2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08760"/>
            <a:ext cx="73152" cy="150876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673351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153"/>
                </a:solidFill>
              </a:defRPr>
            </a:pPr>
            <a:r>
              <a:t>Delete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67128"/>
            <a:ext cx="31089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t>Remove a student record when requested.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37560"/>
            <a:ext cx="3474720" cy="1508760"/>
          </a:xfrm>
          <a:prstGeom prst="roundRect">
            <a:avLst/>
          </a:prstGeom>
          <a:solidFill>
            <a:srgbClr val="EBF2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337560"/>
            <a:ext cx="73152" cy="1508760"/>
          </a:xfrm>
          <a:prstGeom prst="rect">
            <a:avLst/>
          </a:prstGeom>
          <a:solidFill>
            <a:srgbClr val="236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50215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153"/>
                </a:solidFill>
              </a:defRPr>
            </a:pPr>
            <a:r>
              <a:t>Grade calculation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995928"/>
            <a:ext cx="31089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t>Convert marks into A+, A, B, C, D, or F.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337560"/>
            <a:ext cx="3474720" cy="1508760"/>
          </a:xfrm>
          <a:prstGeom prst="roundRect">
            <a:avLst/>
          </a:prstGeom>
          <a:solidFill>
            <a:srgbClr val="EBF2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3337560"/>
            <a:ext cx="73152" cy="1508760"/>
          </a:xfrm>
          <a:prstGeom prst="rect">
            <a:avLst/>
          </a:prstGeom>
          <a:solidFill>
            <a:srgbClr val="35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350215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153"/>
                </a:solidFill>
              </a:defRPr>
            </a:pPr>
            <a:r>
              <a:t>Input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3995928"/>
            <a:ext cx="31089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t>Check required fields and numeric ranges.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337560"/>
            <a:ext cx="3474720" cy="1508760"/>
          </a:xfrm>
          <a:prstGeom prst="roundRect">
            <a:avLst/>
          </a:prstGeom>
          <a:solidFill>
            <a:srgbClr val="EBF2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337560"/>
            <a:ext cx="73152" cy="150876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350215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153"/>
                </a:solidFill>
              </a:defRPr>
            </a:pPr>
            <a:r>
              <a:t>JSON persistence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3995928"/>
            <a:ext cx="31089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t>Load records at startup and save changes.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153"/>
                </a:solidFill>
                <a:latin typeface="Aptos Display"/>
              </a:defRPr>
            </a:pPr>
            <a:r>
              <a:t>Python Concepts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58F9C"/>
                </a:solidFill>
              </a:defRPr>
            </a:pPr>
            <a:r>
              <a:t>05 •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3657A"/>
                </a:solidFill>
              </a:defRPr>
            </a:pPr>
            <a:r>
              <a:t>InternNova Week 6  •  Student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A"/>
                </a:solidFill>
                <a:latin typeface="Aptos"/>
              </a:defRPr>
            </a:pPr>
            <a:r>
              <a:t>Classes and objects: Student and StudentManager</a:t>
            </a:r>
          </a:p>
          <a:p>
            <a:pPr>
              <a:spcAft>
                <a:spcPts val="1400"/>
              </a:spcAft>
              <a:defRPr sz="2000">
                <a:solidFill>
                  <a:srgbClr val="232D3A"/>
                </a:solidFill>
                <a:latin typeface="Aptos"/>
              </a:defRPr>
            </a:pPr>
            <a:r>
              <a:t>Encapsulation: attributes and properties</a:t>
            </a:r>
          </a:p>
          <a:p>
            <a:pPr>
              <a:spcAft>
                <a:spcPts val="1400"/>
              </a:spcAft>
              <a:defRPr sz="2000">
                <a:solidFill>
                  <a:srgbClr val="232D3A"/>
                </a:solidFill>
                <a:latin typeface="Aptos"/>
              </a:defRPr>
            </a:pPr>
            <a:r>
              <a:t>Functions, conditionals, and loops</a:t>
            </a:r>
          </a:p>
          <a:p>
            <a:pPr>
              <a:spcAft>
                <a:spcPts val="1400"/>
              </a:spcAft>
              <a:defRPr sz="2000">
                <a:solidFill>
                  <a:srgbClr val="232D3A"/>
                </a:solidFill>
                <a:latin typeface="Aptos"/>
              </a:defRPr>
            </a:pPr>
            <a:r>
              <a:t>Collections: student records indexed by ID</a:t>
            </a:r>
          </a:p>
          <a:p>
            <a:pPr>
              <a:spcAft>
                <a:spcPts val="1400"/>
              </a:spcAft>
              <a:defRPr sz="2000">
                <a:solidFill>
                  <a:srgbClr val="232D3A"/>
                </a:solidFill>
                <a:latin typeface="Aptos"/>
              </a:defRPr>
            </a:pPr>
            <a:r>
              <a:t>Modules and imports for separation of responsibilities</a:t>
            </a:r>
          </a:p>
          <a:p>
            <a:pPr>
              <a:spcAft>
                <a:spcPts val="1400"/>
              </a:spcAft>
              <a:defRPr sz="2000">
                <a:solidFill>
                  <a:srgbClr val="232D3A"/>
                </a:solidFill>
                <a:latin typeface="Aptos"/>
              </a:defRPr>
            </a:pPr>
            <a:r>
              <a:t>File handling, JSON serialization, and exception handling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153"/>
                </a:solidFill>
                <a:latin typeface="Aptos Display"/>
              </a:defRPr>
            </a:pPr>
            <a:r>
              <a:t>Grade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58F9C"/>
                </a:solidFill>
              </a:defRPr>
            </a:pPr>
            <a:r>
              <a:t>06 • BUSINESS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3657A"/>
                </a:solidFill>
              </a:defRPr>
            </a:pPr>
            <a:r>
              <a:t>InternNova Week 6  •  Student Management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91640"/>
            <a:ext cx="3200400" cy="1417320"/>
          </a:xfrm>
          <a:prstGeom prst="roundRect">
            <a:avLst/>
          </a:prstGeom>
          <a:solidFill>
            <a:srgbClr val="EBF2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691640"/>
            <a:ext cx="73152" cy="1417320"/>
          </a:xfrm>
          <a:prstGeom prst="rect">
            <a:avLst/>
          </a:prstGeom>
          <a:solidFill>
            <a:srgbClr val="236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856232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153"/>
                </a:solidFill>
              </a:defRPr>
            </a:pPr>
            <a:r>
              <a:t>90–100 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35000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t>A+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691640"/>
            <a:ext cx="3200400" cy="1417320"/>
          </a:xfrm>
          <a:prstGeom prst="roundRect">
            <a:avLst/>
          </a:prstGeom>
          <a:solidFill>
            <a:srgbClr val="EBF2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1691640"/>
            <a:ext cx="73152" cy="1417320"/>
          </a:xfrm>
          <a:prstGeom prst="rect">
            <a:avLst/>
          </a:prstGeom>
          <a:solidFill>
            <a:srgbClr val="35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7" y="1856232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153"/>
                </a:solidFill>
              </a:defRPr>
            </a:pPr>
            <a:r>
              <a:t>80–89.99 marks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7" y="235000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t>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691640"/>
            <a:ext cx="3200400" cy="1417320"/>
          </a:xfrm>
          <a:prstGeom prst="roundRect">
            <a:avLst/>
          </a:prstGeom>
          <a:solidFill>
            <a:srgbClr val="EBF2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1691640"/>
            <a:ext cx="73152" cy="141732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3648" y="1856232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153"/>
                </a:solidFill>
              </a:defRPr>
            </a:pPr>
            <a:r>
              <a:t>70–79.99 marks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235000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t>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57600"/>
            <a:ext cx="3200400" cy="1417320"/>
          </a:xfrm>
          <a:prstGeom prst="roundRect">
            <a:avLst/>
          </a:prstGeom>
          <a:solidFill>
            <a:srgbClr val="EBF2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3657600"/>
            <a:ext cx="73152" cy="1417320"/>
          </a:xfrm>
          <a:prstGeom prst="rect">
            <a:avLst/>
          </a:prstGeom>
          <a:solidFill>
            <a:srgbClr val="236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3822191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153"/>
                </a:solidFill>
              </a:defRPr>
            </a:pPr>
            <a:r>
              <a:t>60–69.99 marks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31596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t>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3657600"/>
            <a:ext cx="3200400" cy="1417320"/>
          </a:xfrm>
          <a:prstGeom prst="roundRect">
            <a:avLst/>
          </a:prstGeom>
          <a:solidFill>
            <a:srgbClr val="EBF2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63440" y="3657600"/>
            <a:ext cx="73152" cy="1417320"/>
          </a:xfrm>
          <a:prstGeom prst="rect">
            <a:avLst/>
          </a:prstGeom>
          <a:solidFill>
            <a:srgbClr val="35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7" y="3822191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153"/>
                </a:solidFill>
              </a:defRPr>
            </a:pPr>
            <a:r>
              <a:t>50–59.99 marks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7" y="431596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t>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3657600"/>
            <a:ext cx="3200400" cy="1417320"/>
          </a:xfrm>
          <a:prstGeom prst="roundRect">
            <a:avLst/>
          </a:prstGeom>
          <a:solidFill>
            <a:srgbClr val="EBF2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12480" y="3657600"/>
            <a:ext cx="73152" cy="141732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13648" y="3822191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153"/>
                </a:solidFill>
              </a:defRPr>
            </a:pPr>
            <a:r>
              <a:t>Below 50 marks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3648" y="431596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t>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150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3657A"/>
                </a:solidFill>
              </a:defRPr>
            </a:pPr>
            <a:r>
              <a:t>Grade thresholds reflect the rules implemented in the application.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153"/>
                </a:solidFill>
                <a:latin typeface="Aptos Display"/>
              </a:defRPr>
            </a:pPr>
            <a:r>
              <a:t>Testing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58F9C"/>
                </a:solidFill>
              </a:defRPr>
            </a:pPr>
            <a:r>
              <a:t>07 •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3657A"/>
                </a:solidFill>
              </a:defRPr>
            </a:pPr>
            <a:r>
              <a:t>InternNova Week 6  •  Student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Started the application and verified the menu and exit flow</a:t>
            </a:r>
          </a:p>
          <a:p>
            <a:pPr>
              <a:spcAft>
                <a:spcPts val="14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Loaded records from JSON and checked persistence</a:t>
            </a:r>
          </a:p>
          <a:p>
            <a:pPr>
              <a:spcAft>
                <a:spcPts val="14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Exercised add, view, search, update, delete, and grade calculation</a:t>
            </a:r>
          </a:p>
          <a:p>
            <a:pPr>
              <a:spcAft>
                <a:spcPts val="14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Checked invalid menu input and numeric input constraints</a:t>
            </a:r>
          </a:p>
          <a:p>
            <a:pPr>
              <a:spcAft>
                <a:spcPts val="14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Captured application screenshots for repository evidence</a:t>
            </a:r>
          </a:p>
          <a:p>
            <a:pPr>
              <a:spcAft>
                <a:spcPts val="14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Final JSON data file reset to an empty list ([])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153"/>
                </a:solidFill>
                <a:latin typeface="Aptos Display"/>
              </a:defRPr>
            </a:pPr>
            <a:r>
              <a:t>Git and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58F9C"/>
                </a:solidFill>
              </a:defRPr>
            </a:pPr>
            <a:r>
              <a:t>08 • VERSION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3657A"/>
                </a:solidFill>
              </a:defRPr>
            </a:pPr>
            <a:r>
              <a:t>InternNova Week 6  •  Student Management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3291840" cy="1828800"/>
          </a:xfrm>
          <a:prstGeom prst="roundRect">
            <a:avLst/>
          </a:prstGeom>
          <a:solidFill>
            <a:srgbClr val="EBF2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73152" cy="1828800"/>
          </a:xfrm>
          <a:prstGeom prst="rect">
            <a:avLst/>
          </a:prstGeom>
          <a:solidFill>
            <a:srgbClr val="236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810512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153"/>
                </a:solidFill>
              </a:defRPr>
            </a:pPr>
            <a:r>
              <a:t>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304288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t>Public GitHub repository created for the project.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3291840" cy="1828800"/>
          </a:xfrm>
          <a:prstGeom prst="roundRect">
            <a:avLst/>
          </a:prstGeom>
          <a:solidFill>
            <a:srgbClr val="EBF2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45920"/>
            <a:ext cx="73152" cy="1828800"/>
          </a:xfrm>
          <a:prstGeom prst="rect">
            <a:avLst/>
          </a:prstGeom>
          <a:solidFill>
            <a:srgbClr val="35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810512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153"/>
                </a:solidFill>
              </a:defRPr>
            </a:pPr>
            <a:r>
              <a:t>Initial commit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304288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t>Initial commit: Student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291840" cy="1828800"/>
          </a:xfrm>
          <a:prstGeom prst="roundRect">
            <a:avLst/>
          </a:prstGeom>
          <a:solidFill>
            <a:srgbClr val="EBF2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45920"/>
            <a:ext cx="73152" cy="182880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810512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153"/>
                </a:solidFill>
              </a:defRPr>
            </a:pPr>
            <a:r>
              <a:t>Push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04288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t>Branch main pushed; upstream tracking configured.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6A8D"/>
                </a:solidFill>
              </a:defRPr>
            </a:pPr>
            <a:r>
              <a:t>Repository: https://github.com/160723735020-pixel/InternNova-Student-Management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README and screenshots are included</a:t>
            </a:r>
          </a:p>
          <a:p>
            <a:pPr>
              <a:spcAft>
                <a:spcPts val="14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.gitignore excludes Python cache files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153"/>
                </a:solidFill>
                <a:latin typeface="Aptos Display"/>
              </a:defRPr>
            </a:pPr>
            <a:r>
              <a:t>Limitations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58F9C"/>
                </a:solidFill>
              </a:defRPr>
            </a:pPr>
            <a:r>
              <a:t>09 •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3657A"/>
                </a:solidFill>
              </a:defRPr>
            </a:pPr>
            <a:r>
              <a:t>InternNova Week 6  •  Student Management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5029200" cy="3291840"/>
          </a:xfrm>
          <a:prstGeom prst="roundRect">
            <a:avLst/>
          </a:prstGeom>
          <a:solidFill>
            <a:srgbClr val="EBF2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91640"/>
            <a:ext cx="73152" cy="3291840"/>
          </a:xfrm>
          <a:prstGeom prst="rect">
            <a:avLst/>
          </a:prstGeom>
          <a:solidFill>
            <a:srgbClr val="236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856232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153"/>
                </a:solidFill>
              </a:defRPr>
            </a:pPr>
            <a:r>
              <a:t>Current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350008"/>
            <a:ext cx="46634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t>Console interface</a:t>
            </a:r>
            <a:br/>
            <a:r>
              <a:t>Local JSON storage</a:t>
            </a:r>
            <a:br/>
            <a:r>
              <a:t>Single-user local workflow</a:t>
            </a:r>
            <a:br/>
            <a:r>
              <a:t>Core student record operations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91640"/>
            <a:ext cx="5029200" cy="3291840"/>
          </a:xfrm>
          <a:prstGeom prst="roundRect">
            <a:avLst/>
          </a:prstGeom>
          <a:solidFill>
            <a:srgbClr val="EBF2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691640"/>
            <a:ext cx="73152" cy="3291840"/>
          </a:xfrm>
          <a:prstGeom prst="rect">
            <a:avLst/>
          </a:prstGeom>
          <a:solidFill>
            <a:srgbClr val="35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856232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153"/>
                </a:solidFill>
              </a:defRPr>
            </a:pPr>
            <a:r>
              <a:t>Possible enhancements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350008"/>
            <a:ext cx="46634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t>Automated unit tests</a:t>
            </a:r>
            <a:br/>
            <a:r>
              <a:t>CSV export</a:t>
            </a:r>
            <a:br/>
            <a:r>
              <a:t>Graphical interface</a:t>
            </a:r>
            <a:br/>
            <a:r>
              <a:t>Database backend for larger datasets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3657A"/>
                </a:solidFill>
              </a:defRPr>
            </a:pPr>
            <a:r>
              <a:t>Future items are suggestions, not features claimed as implemented.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1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37360"/>
            <a:ext cx="10241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FFFFFF"/>
                </a:solidFill>
              </a:defRPr>
            </a:pPr>
            <a:r>
              <a:t>The Student Management System demonstrates core Python programming, object-oriented design, file handling, validation, and practical Git/GitHub workflow in a compact application.</a:t>
            </a:r>
          </a:p>
          <a:p>
            <a:pPr>
              <a:spcBef>
                <a:spcPts val="2500"/>
              </a:spcBef>
              <a:defRPr sz="2600" b="1">
                <a:solidFill>
                  <a:srgbClr val="68CAC9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66928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github.com/160723735020-pixel/InternNova-Student-Management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